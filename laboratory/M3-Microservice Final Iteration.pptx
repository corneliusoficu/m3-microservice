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9" r:id="rId5"/>
    <p:sldId id="264" r:id="rId6"/>
    <p:sldId id="261" r:id="rId7"/>
    <p:sldId id="262" r:id="rId8"/>
    <p:sldId id="265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76" d="100"/>
          <a:sy n="76" d="100"/>
        </p:scale>
        <p:origin x="6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Happy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Feeling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22-4C20-B43F-BAF16F06C7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Feeling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22-4C20-B43F-BAF16F06C7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Feeling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22-4C20-B43F-BAF16F06C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4660072"/>
        <c:axId val="404659088"/>
      </c:barChart>
      <c:catAx>
        <c:axId val="40466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659088"/>
        <c:crosses val="autoZero"/>
        <c:auto val="1"/>
        <c:lblAlgn val="ctr"/>
        <c:lblOffset val="100"/>
        <c:noMultiLvlLbl val="0"/>
      </c:catAx>
      <c:valAx>
        <c:axId val="40465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660072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8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8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70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5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0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21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4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5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6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97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0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F2997-8308-498D-AE25-D59559FC5BE7}" type="datetimeFigureOut">
              <a:rPr lang="en-US" smtClean="0"/>
              <a:t>02-Jun-17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43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M3-Microservice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iteration</a:t>
            </a:r>
          </a:p>
        </p:txBody>
      </p:sp>
    </p:spTree>
    <p:extLst>
      <p:ext uri="{BB962C8B-B14F-4D97-AF65-F5344CB8AC3E}">
        <p14:creationId xmlns:p14="http://schemas.microsoft.com/office/powerpoint/2010/main" val="323879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375" y="877641"/>
            <a:ext cx="9603275" cy="58094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1"/>
            <a:ext cx="10048401" cy="3965619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Refactor some code;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Add tests;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Add REST Security using JWT;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Integrate the module inside the application;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Deployment using Docker;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Add documentation for Docker;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Integrate all the Docker containers of the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2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7" y="2015732"/>
            <a:ext cx="10150735" cy="42793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/>
              <a:t>Refactor some code</a:t>
            </a:r>
            <a:r>
              <a:rPr lang="en-US" sz="3800" dirty="0">
                <a:sym typeface="Wingdings"/>
              </a:rPr>
              <a:t></a:t>
            </a:r>
            <a:endParaRPr lang="ro-RO" sz="3800" dirty="0">
              <a:sym typeface="Wingdings"/>
            </a:endParaRPr>
          </a:p>
          <a:p>
            <a:pPr lvl="1"/>
            <a:r>
              <a:rPr lang="en-GB" sz="3800" dirty="0"/>
              <a:t>Added helper methods</a:t>
            </a:r>
            <a:endParaRPr lang="ro-RO" sz="3800" dirty="0">
              <a:sym typeface="Wingdings"/>
            </a:endParaRPr>
          </a:p>
          <a:p>
            <a:pPr lvl="1"/>
            <a:r>
              <a:rPr lang="en-US" sz="3800" dirty="0"/>
              <a:t>Added custom exceptions</a:t>
            </a:r>
          </a:p>
          <a:p>
            <a:pPr lvl="1"/>
            <a:r>
              <a:rPr lang="en-US" sz="3800" dirty="0"/>
              <a:t>Added a new implementation for calculating the distance between two points using the </a:t>
            </a:r>
            <a:r>
              <a:rPr lang="en-US" sz="3800" dirty="0" err="1"/>
              <a:t>Haversine</a:t>
            </a:r>
            <a:r>
              <a:rPr lang="en-US" sz="3800" dirty="0"/>
              <a:t> formula</a:t>
            </a:r>
          </a:p>
          <a:p>
            <a:pPr lvl="1"/>
            <a:endParaRPr lang="ro-RO" sz="3800" dirty="0">
              <a:sym typeface="Wingdings"/>
            </a:endParaRPr>
          </a:p>
          <a:p>
            <a:pPr lvl="1"/>
            <a:endParaRPr lang="ro-RO" sz="3800" dirty="0">
              <a:sym typeface="Wingdings"/>
            </a:endParaRPr>
          </a:p>
          <a:p>
            <a:pPr marL="0" indent="0">
              <a:buNone/>
            </a:pPr>
            <a:r>
              <a:rPr lang="en-US" sz="3800" dirty="0"/>
              <a:t>Add tests</a:t>
            </a:r>
            <a:r>
              <a:rPr lang="en-US" sz="3800" dirty="0">
                <a:sym typeface="Wingdings"/>
              </a:rPr>
              <a:t></a:t>
            </a:r>
            <a:endParaRPr lang="ro-RO" sz="3800" dirty="0">
              <a:sym typeface="Wingdings"/>
            </a:endParaRPr>
          </a:p>
          <a:p>
            <a:pPr lvl="1"/>
            <a:r>
              <a:rPr lang="en-US" sz="3800" dirty="0">
                <a:sym typeface="Wingdings"/>
              </a:rPr>
              <a:t>Added tests on the critical part of the module</a:t>
            </a:r>
            <a:endParaRPr lang="ro-RO" sz="3800" dirty="0">
              <a:sym typeface="Wingdings"/>
            </a:endParaRPr>
          </a:p>
          <a:p>
            <a:pPr lvl="1"/>
            <a:endParaRPr lang="ro-RO" dirty="0">
              <a:sym typeface="Wingdings"/>
            </a:endParaRPr>
          </a:p>
          <a:p>
            <a:pPr lvl="1"/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51579" y="786905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27635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884224" cy="43179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dirty="0"/>
              <a:t>Integrate the module inside the application</a:t>
            </a:r>
            <a:r>
              <a:rPr lang="en-US" sz="3400" dirty="0">
                <a:sym typeface="Wingdings"/>
              </a:rPr>
              <a:t></a:t>
            </a:r>
          </a:p>
          <a:p>
            <a:pPr lvl="1"/>
            <a:r>
              <a:rPr lang="en-US" sz="3200" dirty="0">
                <a:sym typeface="Wingdings"/>
              </a:rPr>
              <a:t>Collaborated with all modules</a:t>
            </a:r>
          </a:p>
          <a:p>
            <a:pPr lvl="1"/>
            <a:endParaRPr lang="ro-RO" sz="3400" dirty="0">
              <a:sym typeface="Wingdings"/>
            </a:endParaRPr>
          </a:p>
          <a:p>
            <a:pPr marL="0" indent="0">
              <a:buNone/>
            </a:pPr>
            <a:r>
              <a:rPr lang="en-US" sz="3600" dirty="0"/>
              <a:t>Deployment using Docker </a:t>
            </a:r>
            <a:r>
              <a:rPr lang="en-US" sz="3400" dirty="0">
                <a:sym typeface="Wingdings"/>
              </a:rPr>
              <a:t></a:t>
            </a:r>
          </a:p>
          <a:p>
            <a:pPr lvl="1"/>
            <a:r>
              <a:rPr lang="en-US" sz="3200" dirty="0">
                <a:sym typeface="Wingdings"/>
              </a:rPr>
              <a:t>Installed Docker Toolbox</a:t>
            </a:r>
          </a:p>
          <a:p>
            <a:pPr lvl="1"/>
            <a:r>
              <a:rPr lang="en-US" sz="3400" dirty="0"/>
              <a:t>Created a </a:t>
            </a:r>
            <a:r>
              <a:rPr lang="en-US" sz="3400" dirty="0" err="1"/>
              <a:t>Dockerfile</a:t>
            </a:r>
            <a:endParaRPr lang="en-US" sz="3400" dirty="0"/>
          </a:p>
          <a:p>
            <a:pPr lvl="1"/>
            <a:r>
              <a:rPr lang="en-US" sz="3400" dirty="0"/>
              <a:t>Added the Spotify Docker Maven plugin</a:t>
            </a:r>
          </a:p>
          <a:p>
            <a:pPr lvl="1"/>
            <a:r>
              <a:rPr lang="en-US" sz="3400" dirty="0"/>
              <a:t>Created a MongoDB container</a:t>
            </a:r>
          </a:p>
          <a:p>
            <a:pPr lvl="1"/>
            <a:r>
              <a:rPr lang="en-US" sz="3400" dirty="0"/>
              <a:t>Created a Data Volume inside the VM</a:t>
            </a:r>
          </a:p>
          <a:p>
            <a:pPr lvl="1"/>
            <a:r>
              <a:rPr lang="en-US" sz="3400" dirty="0"/>
              <a:t>Created the Spring Boot Container </a:t>
            </a:r>
          </a:p>
          <a:p>
            <a:pPr lvl="1"/>
            <a:r>
              <a:rPr lang="en-US" sz="3400" dirty="0"/>
              <a:t>Pushed the Spring Container to </a:t>
            </a:r>
            <a:r>
              <a:rPr lang="en-US" sz="3400" dirty="0" err="1"/>
              <a:t>DockerHub</a:t>
            </a:r>
            <a:endParaRPr lang="en-US" sz="3400" dirty="0"/>
          </a:p>
          <a:p>
            <a:pPr lvl="1"/>
            <a:endParaRPr lang="en-US" sz="34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80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884224" cy="43179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dirty="0"/>
              <a:t>Add documentation for Docker</a:t>
            </a:r>
            <a:r>
              <a:rPr lang="en-US" sz="3400" dirty="0">
                <a:sym typeface="Wingdings"/>
              </a:rPr>
              <a:t></a:t>
            </a:r>
          </a:p>
          <a:p>
            <a:pPr lvl="1"/>
            <a:r>
              <a:rPr lang="en-US" sz="3200" dirty="0">
                <a:sym typeface="Wingdings"/>
              </a:rPr>
              <a:t>Created a Wiki page on the project’s GitHub</a:t>
            </a:r>
          </a:p>
          <a:p>
            <a:pPr lvl="1"/>
            <a:endParaRPr lang="en-US" sz="3200" dirty="0">
              <a:sym typeface="Wingdings"/>
            </a:endParaRPr>
          </a:p>
          <a:p>
            <a:pPr lvl="1"/>
            <a:endParaRPr lang="ro-RO" sz="3400" dirty="0">
              <a:sym typeface="Wingdings"/>
            </a:endParaRPr>
          </a:p>
          <a:p>
            <a:pPr marL="0" indent="0">
              <a:buNone/>
            </a:pPr>
            <a:r>
              <a:rPr lang="en-US" sz="3600" dirty="0"/>
              <a:t>Integrate all the Docker containers of the application</a:t>
            </a:r>
            <a:r>
              <a:rPr lang="en-US" sz="3400" dirty="0">
                <a:sym typeface="Wingdings"/>
              </a:rPr>
              <a:t></a:t>
            </a:r>
          </a:p>
          <a:p>
            <a:pPr lvl="1"/>
            <a:r>
              <a:rPr lang="en-US" sz="3200" dirty="0">
                <a:sym typeface="Wingdings"/>
              </a:rPr>
              <a:t>Linked the M3 and M1 containers</a:t>
            </a:r>
          </a:p>
          <a:p>
            <a:pPr lvl="1"/>
            <a:endParaRPr lang="en-US" sz="34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35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UNFINISHED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451578" y="3119566"/>
            <a:ext cx="9603275" cy="134337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800" dirty="0"/>
              <a:t>Add REST Security using JWT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sz="2600" dirty="0"/>
              <a:t>The refactoring needed would impact the whole application</a:t>
            </a:r>
          </a:p>
        </p:txBody>
      </p:sp>
    </p:spTree>
    <p:extLst>
      <p:ext uri="{BB962C8B-B14F-4D97-AF65-F5344CB8AC3E}">
        <p14:creationId xmlns:p14="http://schemas.microsoft.com/office/powerpoint/2010/main" val="97437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569777" y="992514"/>
            <a:ext cx="11358777" cy="117631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History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451579" y="2499666"/>
            <a:ext cx="10077213" cy="328034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User related implementation		</a:t>
            </a:r>
          </a:p>
          <a:p>
            <a:pPr lvl="1"/>
            <a:r>
              <a:rPr lang="en-US" dirty="0"/>
              <a:t>Denise </a:t>
            </a:r>
            <a:r>
              <a:rPr lang="en-US" dirty="0" err="1"/>
              <a:t>Goldan</a:t>
            </a:r>
            <a:endParaRPr lang="en-US" dirty="0"/>
          </a:p>
          <a:p>
            <a:pPr lvl="1"/>
            <a:r>
              <a:rPr lang="en-US" dirty="0" err="1"/>
              <a:t>Cristi</a:t>
            </a:r>
            <a:r>
              <a:rPr lang="en-US" dirty="0"/>
              <a:t> Huma</a:t>
            </a:r>
          </a:p>
          <a:p>
            <a:pPr lvl="1"/>
            <a:r>
              <a:rPr lang="en-US" dirty="0"/>
              <a:t>Corneliu Soficu</a:t>
            </a:r>
          </a:p>
          <a:p>
            <a:pPr lvl="1"/>
            <a:r>
              <a:rPr lang="en-US" dirty="0"/>
              <a:t>Rolland </a:t>
            </a:r>
            <a:r>
              <a:rPr lang="en-US" dirty="0" err="1"/>
              <a:t>Gavrillita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000" dirty="0"/>
              <a:t>Location related implementation</a:t>
            </a:r>
          </a:p>
          <a:p>
            <a:pPr lvl="2"/>
            <a:r>
              <a:rPr lang="en-US" sz="1800" dirty="0"/>
              <a:t>Andrei </a:t>
            </a:r>
            <a:r>
              <a:rPr lang="en-US" sz="1800" dirty="0" err="1"/>
              <a:t>Harpa</a:t>
            </a:r>
            <a:endParaRPr lang="en-US" sz="1800" dirty="0"/>
          </a:p>
          <a:p>
            <a:pPr lvl="2"/>
            <a:r>
              <a:rPr lang="en-US" sz="1800" dirty="0"/>
              <a:t>Bogdan </a:t>
            </a:r>
            <a:r>
              <a:rPr lang="en-US" sz="1800" dirty="0" err="1"/>
              <a:t>Lupu</a:t>
            </a:r>
            <a:endParaRPr lang="en-US" sz="1800" dirty="0"/>
          </a:p>
          <a:p>
            <a:pPr lvl="2"/>
            <a:r>
              <a:rPr lang="en-US" sz="1800" dirty="0" err="1"/>
              <a:t>Ioana</a:t>
            </a:r>
            <a:r>
              <a:rPr lang="en-US" sz="1800" dirty="0"/>
              <a:t> </a:t>
            </a:r>
            <a:r>
              <a:rPr lang="en-US" sz="1800" dirty="0" err="1"/>
              <a:t>Sitaru</a:t>
            </a:r>
            <a:endParaRPr lang="en-US" sz="1800" dirty="0"/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7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569777" y="992514"/>
            <a:ext cx="11358777" cy="117631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History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451579" y="2499666"/>
            <a:ext cx="10077213" cy="3280349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Authorization and Authentication</a:t>
            </a:r>
          </a:p>
          <a:p>
            <a:pPr lvl="1"/>
            <a:r>
              <a:rPr lang="en-US" dirty="0"/>
              <a:t>Corneliu Soficu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Refactoring</a:t>
            </a:r>
          </a:p>
          <a:p>
            <a:pPr lvl="2"/>
            <a:r>
              <a:rPr lang="en-US" sz="1800" dirty="0"/>
              <a:t>Denise </a:t>
            </a:r>
            <a:r>
              <a:rPr lang="en-US" sz="1800" dirty="0" err="1"/>
              <a:t>Goldan</a:t>
            </a:r>
            <a:endParaRPr lang="en-US" sz="1800" dirty="0"/>
          </a:p>
          <a:p>
            <a:pPr lvl="2"/>
            <a:r>
              <a:rPr lang="en-US" sz="1800" dirty="0"/>
              <a:t>Bogdan </a:t>
            </a:r>
            <a:r>
              <a:rPr lang="en-US" sz="1800" dirty="0" err="1"/>
              <a:t>Lupu</a:t>
            </a:r>
            <a:endParaRPr lang="en-US" sz="1800" dirty="0"/>
          </a:p>
          <a:p>
            <a:pPr lvl="2"/>
            <a:r>
              <a:rPr lang="en-US" sz="1800" dirty="0" err="1"/>
              <a:t>Ioana</a:t>
            </a:r>
            <a:r>
              <a:rPr lang="en-US" sz="1800" dirty="0"/>
              <a:t> </a:t>
            </a:r>
            <a:r>
              <a:rPr lang="en-US" sz="1800" dirty="0" err="1"/>
              <a:t>Sitaru</a:t>
            </a:r>
            <a:endParaRPr lang="en-US" sz="1800" dirty="0"/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8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569777" y="992514"/>
            <a:ext cx="11358777" cy="117631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History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451579" y="2499666"/>
            <a:ext cx="10077213" cy="328034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Testing</a:t>
            </a:r>
          </a:p>
          <a:p>
            <a:pPr lvl="1"/>
            <a:r>
              <a:rPr lang="en-US" dirty="0"/>
              <a:t>Rolland </a:t>
            </a:r>
            <a:r>
              <a:rPr lang="en-US" dirty="0" err="1"/>
              <a:t>Gavrilita</a:t>
            </a:r>
            <a:endParaRPr lang="en-US" dirty="0"/>
          </a:p>
          <a:p>
            <a:pPr lvl="1"/>
            <a:r>
              <a:rPr lang="en-US" dirty="0"/>
              <a:t>Denise </a:t>
            </a:r>
            <a:r>
              <a:rPr lang="en-US" dirty="0" err="1"/>
              <a:t>Goldan</a:t>
            </a:r>
            <a:endParaRPr lang="en-US" dirty="0"/>
          </a:p>
          <a:p>
            <a:pPr lvl="1"/>
            <a:r>
              <a:rPr lang="en-US" dirty="0"/>
              <a:t>Bogdan </a:t>
            </a:r>
            <a:r>
              <a:rPr lang="en-US" dirty="0" err="1"/>
              <a:t>Lupu</a:t>
            </a:r>
            <a:endParaRPr lang="en-US" dirty="0"/>
          </a:p>
          <a:p>
            <a:pPr lvl="1"/>
            <a:r>
              <a:rPr lang="en-US" dirty="0" err="1"/>
              <a:t>Ioana</a:t>
            </a:r>
            <a:r>
              <a:rPr lang="en-US" dirty="0"/>
              <a:t> </a:t>
            </a:r>
            <a:r>
              <a:rPr lang="en-US" dirty="0" err="1"/>
              <a:t>Sitaru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000" dirty="0"/>
              <a:t>Deployment using Docker</a:t>
            </a:r>
          </a:p>
          <a:p>
            <a:pPr lvl="2"/>
            <a:r>
              <a:rPr lang="en-US" sz="1800" dirty="0"/>
              <a:t>Rolland </a:t>
            </a:r>
            <a:r>
              <a:rPr lang="en-US" sz="1800" dirty="0" err="1"/>
              <a:t>Gavrilita</a:t>
            </a:r>
            <a:r>
              <a:rPr lang="en-US" sz="1800" dirty="0"/>
              <a:t>	</a:t>
            </a:r>
          </a:p>
          <a:p>
            <a:pPr lvl="2"/>
            <a:r>
              <a:rPr lang="en-US" sz="1800" dirty="0" err="1"/>
              <a:t>Cristi</a:t>
            </a:r>
            <a:r>
              <a:rPr lang="en-US" sz="1800" dirty="0"/>
              <a:t> Huma</a:t>
            </a:r>
          </a:p>
          <a:p>
            <a:pPr lvl="2"/>
            <a:r>
              <a:rPr lang="en-US" sz="1800" dirty="0"/>
              <a:t>Corneliu Soficu</a:t>
            </a:r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98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569777" y="992514"/>
            <a:ext cx="11358777" cy="117631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Conclusions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210558" y="2449332"/>
            <a:ext cx="10077213" cy="3498461"/>
          </a:xfrm>
        </p:spPr>
        <p:txBody>
          <a:bodyPr numCol="2">
            <a:normAutofit fontScale="25000" lnSpcReduction="20000"/>
          </a:bodyPr>
          <a:lstStyle/>
          <a:p>
            <a:pPr marL="914400" lvl="2" indent="0">
              <a:buNone/>
            </a:pPr>
            <a:r>
              <a:rPr lang="en-US" sz="8000" dirty="0"/>
              <a:t>We expected:</a:t>
            </a:r>
          </a:p>
          <a:p>
            <a:pPr marL="914400" lvl="2" indent="0">
              <a:buNone/>
            </a:pPr>
            <a:r>
              <a:rPr lang="en-US" sz="5600" dirty="0"/>
              <a:t>To develop a microservice that is part of a larger application focused on securely storing and retrieving users and their preferred locations.</a:t>
            </a:r>
          </a:p>
          <a:p>
            <a:pPr marL="914400" lvl="2" indent="0">
              <a:buNone/>
            </a:pPr>
            <a:endParaRPr lang="en-US" sz="4300" dirty="0"/>
          </a:p>
          <a:p>
            <a:pPr marL="914400" lvl="2" indent="0">
              <a:buNone/>
            </a:pPr>
            <a:endParaRPr lang="en-US" sz="4300" dirty="0"/>
          </a:p>
          <a:p>
            <a:pPr marL="914400" lvl="2" indent="0">
              <a:buNone/>
            </a:pPr>
            <a:endParaRPr lang="en-US" sz="4300" dirty="0"/>
          </a:p>
          <a:p>
            <a:pPr marL="914400" lvl="2" indent="0">
              <a:buNone/>
            </a:pPr>
            <a:endParaRPr lang="en-US" sz="8000" dirty="0"/>
          </a:p>
          <a:p>
            <a:pPr marL="914400" lvl="2" indent="0">
              <a:buNone/>
            </a:pPr>
            <a:endParaRPr lang="en-US" sz="8000" dirty="0"/>
          </a:p>
          <a:p>
            <a:pPr marL="914400" lvl="2" indent="0">
              <a:buNone/>
            </a:pPr>
            <a:r>
              <a:rPr lang="en-US" sz="8000" dirty="0"/>
              <a:t>Overall Progress: ~85%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sz="8000" dirty="0"/>
              <a:t>We delivered:</a:t>
            </a:r>
          </a:p>
          <a:p>
            <a:pPr marL="914400" lvl="2" indent="0">
              <a:buNone/>
            </a:pPr>
            <a:r>
              <a:rPr lang="en-US" sz="5600" dirty="0"/>
              <a:t>A microservice that is part of a larger application focused on insecurely storing and retrieving users and their preferred locations which can be deployed almost anywhere.</a:t>
            </a:r>
          </a:p>
          <a:p>
            <a:pPr marL="914400" lvl="2" indent="0">
              <a:buNone/>
            </a:pPr>
            <a:endParaRPr lang="en-US" sz="4300" dirty="0"/>
          </a:p>
          <a:p>
            <a:pPr marL="914400" lvl="2" indent="0">
              <a:buNone/>
            </a:pPr>
            <a:endParaRPr lang="en-US" sz="4300" dirty="0"/>
          </a:p>
          <a:p>
            <a:pPr marL="914400" lvl="2" indent="0">
              <a:buNone/>
            </a:pPr>
            <a:endParaRPr lang="en-US" sz="7200" dirty="0"/>
          </a:p>
          <a:p>
            <a:pPr marL="914400" lvl="2" indent="0">
              <a:buNone/>
            </a:pPr>
            <a:endParaRPr lang="en-US" sz="7200" dirty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‘‘ Intalnire cu toata grupa. Impartire mai buna si din timp a taskurilor. Implicare mai mare decat in iteratiile anteriore ’’</a:t>
            </a:r>
          </a:p>
          <a:p>
            <a:pPr marL="0" indent="0">
              <a:buNone/>
            </a:pPr>
            <a:r>
              <a:rPr lang="it-IT" dirty="0"/>
              <a:t>‘‘ </a:t>
            </a:r>
            <a:r>
              <a:rPr lang="en-US" dirty="0"/>
              <a:t>Ne-am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ce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facut</a:t>
            </a:r>
            <a:r>
              <a:rPr lang="en-US" dirty="0"/>
              <a:t> pentru a </a:t>
            </a:r>
            <a:r>
              <a:rPr lang="en-US" dirty="0" err="1"/>
              <a:t>finaliza</a:t>
            </a:r>
            <a:r>
              <a:rPr lang="en-US" dirty="0"/>
              <a:t> </a:t>
            </a:r>
            <a:r>
              <a:rPr lang="en-US" dirty="0" err="1"/>
              <a:t>totul</a:t>
            </a:r>
            <a:r>
              <a:rPr lang="en-US" dirty="0"/>
              <a:t> </a:t>
            </a:r>
            <a:r>
              <a:rPr lang="it-IT" dirty="0"/>
              <a:t>’’</a:t>
            </a:r>
          </a:p>
          <a:p>
            <a:pPr marL="0" indent="0">
              <a:buNone/>
            </a:pPr>
            <a:r>
              <a:rPr lang="it-IT" dirty="0"/>
              <a:t>‘‘ </a:t>
            </a:r>
            <a:r>
              <a:rPr lang="en-US" dirty="0"/>
              <a:t>Modul in care ne-am </a:t>
            </a:r>
            <a:r>
              <a:rPr lang="en-US" dirty="0" err="1"/>
              <a:t>redistribuit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pentru </a:t>
            </a:r>
            <a:r>
              <a:rPr lang="en-US" dirty="0" err="1"/>
              <a:t>ducerea</a:t>
            </a:r>
            <a:r>
              <a:rPr lang="en-US" dirty="0"/>
              <a:t> la bun </a:t>
            </a:r>
            <a:r>
              <a:rPr lang="en-US" dirty="0" err="1"/>
              <a:t>sfarsit</a:t>
            </a:r>
            <a:r>
              <a:rPr lang="en-US" dirty="0"/>
              <a:t> a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multor</a:t>
            </a:r>
            <a:r>
              <a:rPr lang="en-US" dirty="0"/>
              <a:t> </a:t>
            </a:r>
            <a:r>
              <a:rPr lang="en-US" dirty="0" err="1"/>
              <a:t>taskuri</a:t>
            </a:r>
            <a:r>
              <a:rPr lang="en-US" dirty="0"/>
              <a:t>, </a:t>
            </a:r>
            <a:r>
              <a:rPr lang="en-US" dirty="0" err="1"/>
              <a:t>faptul</a:t>
            </a:r>
            <a:r>
              <a:rPr lang="en-US" dirty="0"/>
              <a:t> ca am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receptivi</a:t>
            </a:r>
            <a:r>
              <a:rPr lang="en-US" dirty="0"/>
              <a:t> la </a:t>
            </a:r>
            <a:r>
              <a:rPr lang="en-US" dirty="0" err="1"/>
              <a:t>cererile</a:t>
            </a:r>
            <a:r>
              <a:rPr lang="en-US" dirty="0"/>
              <a:t> </a:t>
            </a:r>
            <a:r>
              <a:rPr lang="en-US" dirty="0" err="1"/>
              <a:t>colegilor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am </a:t>
            </a:r>
            <a:r>
              <a:rPr lang="en-US" dirty="0" err="1"/>
              <a:t>colaborat</a:t>
            </a:r>
            <a:r>
              <a:rPr lang="en-US" dirty="0"/>
              <a:t> cu </a:t>
            </a:r>
            <a:r>
              <a:rPr lang="en-US" dirty="0" err="1"/>
              <a:t>succes</a:t>
            </a:r>
            <a:r>
              <a:rPr lang="it-IT" dirty="0"/>
              <a:t> ’’</a:t>
            </a:r>
          </a:p>
          <a:p>
            <a:pPr marL="0" indent="0">
              <a:buNone/>
            </a:pPr>
            <a:r>
              <a:rPr lang="it-IT" dirty="0"/>
              <a:t>‘‘ Implicare mai activa din partea echipei, un management al task-urilor mai bun. ’’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u 1"/>
          <p:cNvSpPr>
            <a:spLocks noGrp="1"/>
          </p:cNvSpPr>
          <p:nvPr>
            <p:ph type="title"/>
          </p:nvPr>
        </p:nvSpPr>
        <p:spPr>
          <a:xfrm>
            <a:off x="569777" y="992514"/>
            <a:ext cx="11358777" cy="117631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2278607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‘‘ Organizarea per totala, fiecare sa fi avut un scop mult mai precis.  ’’</a:t>
            </a:r>
          </a:p>
          <a:p>
            <a:pPr marL="0" indent="0">
              <a:buNone/>
            </a:pPr>
            <a:r>
              <a:rPr lang="it-IT" dirty="0"/>
              <a:t>‘‘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care </a:t>
            </a:r>
            <a:r>
              <a:rPr lang="en-US" dirty="0" err="1"/>
              <a:t>apareau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ultima </a:t>
            </a:r>
            <a:r>
              <a:rPr lang="en-US" dirty="0" err="1"/>
              <a:t>suta</a:t>
            </a:r>
            <a:r>
              <a:rPr lang="en-US" dirty="0"/>
              <a:t> de </a:t>
            </a:r>
            <a:r>
              <a:rPr lang="en-US" dirty="0" err="1"/>
              <a:t>metri</a:t>
            </a:r>
            <a:r>
              <a:rPr lang="en-US" dirty="0"/>
              <a:t>, </a:t>
            </a:r>
            <a:r>
              <a:rPr lang="en-US" dirty="0" err="1"/>
              <a:t>necesitand</a:t>
            </a:r>
            <a:r>
              <a:rPr lang="en-US" dirty="0"/>
              <a:t> un </a:t>
            </a:r>
            <a:r>
              <a:rPr lang="en-US" dirty="0" err="1"/>
              <a:t>efort</a:t>
            </a:r>
            <a:r>
              <a:rPr lang="en-US" dirty="0"/>
              <a:t> </a:t>
            </a:r>
            <a:r>
              <a:rPr lang="en-US" dirty="0" err="1"/>
              <a:t>suplimentar</a:t>
            </a:r>
            <a:r>
              <a:rPr lang="en-US" dirty="0"/>
              <a:t> pentru a le </a:t>
            </a:r>
            <a:r>
              <a:rPr lang="en-US" dirty="0" err="1"/>
              <a:t>rezolva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repede</a:t>
            </a:r>
            <a:r>
              <a:rPr lang="en-US" dirty="0"/>
              <a:t> cu </a:t>
            </a:r>
            <a:r>
              <a:rPr lang="en-US" dirty="0" err="1"/>
              <a:t>putinta</a:t>
            </a:r>
            <a:r>
              <a:rPr lang="en-US" dirty="0"/>
              <a:t>, </a:t>
            </a:r>
            <a:r>
              <a:rPr lang="en-US" dirty="0" err="1"/>
              <a:t>uneori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consideram</a:t>
            </a:r>
            <a:r>
              <a:rPr lang="en-US" dirty="0"/>
              <a:t> </a:t>
            </a:r>
            <a:r>
              <a:rPr lang="en-US" dirty="0" err="1"/>
              <a:t>gata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care nu ne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ocupa</a:t>
            </a:r>
            <a:r>
              <a:rPr lang="en-US" dirty="0"/>
              <a:t>. </a:t>
            </a:r>
            <a:r>
              <a:rPr lang="it-IT" dirty="0"/>
              <a:t>’’</a:t>
            </a:r>
          </a:p>
          <a:p>
            <a:pPr marL="0" indent="0">
              <a:buNone/>
            </a:pPr>
            <a:r>
              <a:rPr lang="it-IT" dirty="0"/>
              <a:t>‘‘ </a:t>
            </a:r>
            <a:r>
              <a:rPr lang="en-US" dirty="0"/>
              <a:t>O </a:t>
            </a:r>
            <a:r>
              <a:rPr lang="en-US" dirty="0" err="1"/>
              <a:t>intelegere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aprofundata</a:t>
            </a:r>
            <a:r>
              <a:rPr lang="en-US" dirty="0"/>
              <a:t> din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echipei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conceptelor</a:t>
            </a:r>
            <a:r>
              <a:rPr lang="en-US" dirty="0"/>
              <a:t> ce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. </a:t>
            </a:r>
            <a:r>
              <a:rPr lang="it-IT" dirty="0"/>
              <a:t>’’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u 1"/>
          <p:cNvSpPr>
            <a:spLocks noGrp="1"/>
          </p:cNvSpPr>
          <p:nvPr>
            <p:ph type="title"/>
          </p:nvPr>
        </p:nvSpPr>
        <p:spPr>
          <a:xfrm>
            <a:off x="569777" y="992514"/>
            <a:ext cx="11358777" cy="117631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325937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939855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u 1"/>
          <p:cNvSpPr txBox="1">
            <a:spLocks/>
          </p:cNvSpPr>
          <p:nvPr/>
        </p:nvSpPr>
        <p:spPr>
          <a:xfrm>
            <a:off x="569777" y="992514"/>
            <a:ext cx="11358777" cy="1176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/>
              <a:t>Retrospective</a:t>
            </a:r>
          </a:p>
        </p:txBody>
      </p:sp>
    </p:spTree>
    <p:extLst>
      <p:ext uri="{BB962C8B-B14F-4D97-AF65-F5344CB8AC3E}">
        <p14:creationId xmlns:p14="http://schemas.microsoft.com/office/powerpoint/2010/main" val="381294459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388</TotalTime>
  <Words>429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</vt:lpstr>
      <vt:lpstr>Gallery</vt:lpstr>
      <vt:lpstr>M3-Microservice</vt:lpstr>
      <vt:lpstr>To do</vt:lpstr>
      <vt:lpstr>PowerPoint Presentation</vt:lpstr>
      <vt:lpstr>Done</vt:lpstr>
      <vt:lpstr>Done</vt:lpstr>
      <vt:lpstr>UNFINISHED</vt:lpstr>
      <vt:lpstr>History</vt:lpstr>
      <vt:lpstr>History</vt:lpstr>
      <vt:lpstr>History</vt:lpstr>
      <vt:lpstr>Conclusions</vt:lpstr>
      <vt:lpstr>GOOD</vt:lpstr>
      <vt:lpstr>BAD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M3-Microservice</dc:title>
  <dc:creator>Corneliu Soficu</dc:creator>
  <cp:lastModifiedBy>Corneliu Soficu</cp:lastModifiedBy>
  <cp:revision>31</cp:revision>
  <dcterms:created xsi:type="dcterms:W3CDTF">2017-05-04T12:58:41Z</dcterms:created>
  <dcterms:modified xsi:type="dcterms:W3CDTF">2017-06-02T17:48:34Z</dcterms:modified>
</cp:coreProperties>
</file>