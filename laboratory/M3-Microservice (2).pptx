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70" autoAdjust="0"/>
    <p:restoredTop sz="94660"/>
  </p:normalViewPr>
  <p:slideViewPr>
    <p:cSldViewPr snapToGrid="0">
      <p:cViewPr varScale="1">
        <p:scale>
          <a:sx n="84" d="100"/>
          <a:sy n="84" d="100"/>
        </p:scale>
        <p:origin x="758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88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8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70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5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0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21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4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5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6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97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0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F2997-8308-498D-AE25-D59559FC5BE7}" type="datetimeFigureOut">
              <a:rPr lang="en-US" smtClean="0"/>
              <a:t>05-May-17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5AF54A-7AB8-40BC-9AE0-E9EF8203900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43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M3-Microservice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Second iteration</a:t>
            </a:r>
          </a:p>
        </p:txBody>
      </p:sp>
    </p:spTree>
    <p:extLst>
      <p:ext uri="{BB962C8B-B14F-4D97-AF65-F5344CB8AC3E}">
        <p14:creationId xmlns:p14="http://schemas.microsoft.com/office/powerpoint/2010/main" val="3238797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375" y="877641"/>
            <a:ext cx="9603275" cy="58094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10048401" cy="376924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Document about Spring;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Design the overall architecture;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Establish application logic;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Create documentation for the REST API;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42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7" y="2015732"/>
            <a:ext cx="10150735" cy="4279384"/>
          </a:xfrm>
        </p:spPr>
        <p:txBody>
          <a:bodyPr>
            <a:normAutofit fontScale="55000" lnSpcReduction="20000"/>
          </a:bodyPr>
          <a:lstStyle/>
          <a:p>
            <a:r>
              <a:rPr lang="en-US" sz="3800" dirty="0"/>
              <a:t>Document about Spring </a:t>
            </a:r>
            <a:r>
              <a:rPr lang="en-US" sz="3800" dirty="0">
                <a:sym typeface="Wingdings"/>
              </a:rPr>
              <a:t></a:t>
            </a:r>
            <a:endParaRPr lang="ro-RO" sz="3800" dirty="0">
              <a:sym typeface="Wingdings"/>
            </a:endParaRPr>
          </a:p>
          <a:p>
            <a:pPr lvl="1"/>
            <a:r>
              <a:rPr lang="en-GB" sz="3800" dirty="0"/>
              <a:t>Katas</a:t>
            </a:r>
            <a:endParaRPr lang="ro-RO" sz="3800" dirty="0">
              <a:sym typeface="Wingdings"/>
            </a:endParaRPr>
          </a:p>
          <a:p>
            <a:pPr lvl="1"/>
            <a:r>
              <a:rPr lang="en-US" sz="3800" dirty="0"/>
              <a:t>Learn more by trying out new examples</a:t>
            </a:r>
            <a:endParaRPr lang="ro-RO" sz="3800" dirty="0">
              <a:sym typeface="Wingdings"/>
            </a:endParaRPr>
          </a:p>
          <a:p>
            <a:pPr lvl="1"/>
            <a:endParaRPr lang="ro-RO" sz="3800" dirty="0">
              <a:sym typeface="Wingdings"/>
            </a:endParaRPr>
          </a:p>
          <a:p>
            <a:r>
              <a:rPr lang="en-US" sz="3800" dirty="0"/>
              <a:t>Design the overall architecture</a:t>
            </a:r>
            <a:r>
              <a:rPr lang="en-US" sz="3800" dirty="0">
                <a:sym typeface="Wingdings"/>
              </a:rPr>
              <a:t></a:t>
            </a:r>
            <a:endParaRPr lang="ro-RO" sz="3800" dirty="0">
              <a:sym typeface="Wingdings"/>
            </a:endParaRPr>
          </a:p>
          <a:p>
            <a:pPr lvl="1"/>
            <a:r>
              <a:rPr lang="en-US" sz="3800" dirty="0">
                <a:sym typeface="Wingdings"/>
              </a:rPr>
              <a:t>Design the Spring Rest Repositories architecture allowing modular extension</a:t>
            </a:r>
            <a:endParaRPr lang="ro-RO" sz="3800" dirty="0">
              <a:sym typeface="Wingdings"/>
            </a:endParaRPr>
          </a:p>
          <a:p>
            <a:pPr lvl="1"/>
            <a:r>
              <a:rPr lang="ro-RO" sz="3800" dirty="0">
                <a:sym typeface="Wingdings"/>
              </a:rPr>
              <a:t>Decide </a:t>
            </a:r>
            <a:r>
              <a:rPr lang="en-US" sz="3800" dirty="0">
                <a:sym typeface="Wingdings"/>
              </a:rPr>
              <a:t>which d</a:t>
            </a:r>
            <a:r>
              <a:rPr lang="ro-RO" sz="3800" dirty="0" err="1">
                <a:sym typeface="Wingdings"/>
              </a:rPr>
              <a:t>atabase</a:t>
            </a:r>
            <a:r>
              <a:rPr lang="ro-RO" sz="3800" dirty="0">
                <a:sym typeface="Wingdings"/>
              </a:rPr>
              <a:t> </a:t>
            </a:r>
            <a:r>
              <a:rPr lang="en-US" sz="3800" dirty="0">
                <a:sym typeface="Wingdings"/>
              </a:rPr>
              <a:t>to use </a:t>
            </a:r>
            <a:r>
              <a:rPr lang="en-US" sz="3800" dirty="0">
                <a:sym typeface="Wingdings" pitchFamily="2" charset="2"/>
              </a:rPr>
              <a:t></a:t>
            </a:r>
            <a:r>
              <a:rPr lang="ro-RO" sz="3800" dirty="0">
                <a:sym typeface="Wingdings"/>
              </a:rPr>
              <a:t> MongoDB</a:t>
            </a:r>
          </a:p>
          <a:p>
            <a:pPr lvl="1"/>
            <a:r>
              <a:rPr lang="en-US" sz="3800" dirty="0">
                <a:sym typeface="Wingdings"/>
              </a:rPr>
              <a:t>Back-end of the MVC model</a:t>
            </a:r>
          </a:p>
          <a:p>
            <a:pPr lvl="1"/>
            <a:r>
              <a:rPr lang="en-US" sz="3800" dirty="0">
                <a:sym typeface="Wingdings"/>
              </a:rPr>
              <a:t>Discuss with M4 for more implementation details</a:t>
            </a:r>
            <a:endParaRPr lang="ro-RO" sz="3800" dirty="0">
              <a:sym typeface="Wingdings"/>
            </a:endParaRPr>
          </a:p>
          <a:p>
            <a:pPr lvl="1"/>
            <a:endParaRPr lang="ro-RO" dirty="0">
              <a:sym typeface="Wingdings"/>
            </a:endParaRPr>
          </a:p>
          <a:p>
            <a:pPr lvl="1"/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51579" y="786905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27635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884224" cy="3714202"/>
          </a:xfrm>
        </p:spPr>
        <p:txBody>
          <a:bodyPr>
            <a:normAutofit fontScale="92500" lnSpcReduction="10000"/>
          </a:bodyPr>
          <a:lstStyle/>
          <a:p>
            <a:r>
              <a:rPr lang="en-US" sz="3400" dirty="0"/>
              <a:t>Establish application logic</a:t>
            </a:r>
            <a:r>
              <a:rPr lang="en-US" sz="3400" dirty="0">
                <a:sym typeface="Wingdings"/>
              </a:rPr>
              <a:t></a:t>
            </a:r>
          </a:p>
          <a:p>
            <a:pPr lvl="1"/>
            <a:r>
              <a:rPr lang="en-US" sz="3400" dirty="0">
                <a:sym typeface="Wingdings"/>
              </a:rPr>
              <a:t>2 controllers: one for users and one for locations</a:t>
            </a:r>
          </a:p>
          <a:p>
            <a:pPr lvl="2"/>
            <a:r>
              <a:rPr lang="en-US" sz="3400" dirty="0" err="1">
                <a:sym typeface="Wingdings"/>
              </a:rPr>
              <a:t>UserController</a:t>
            </a:r>
            <a:endParaRPr lang="en-US" sz="3400" dirty="0">
              <a:sym typeface="Wingdings"/>
            </a:endParaRPr>
          </a:p>
          <a:p>
            <a:pPr lvl="2"/>
            <a:r>
              <a:rPr lang="en-US" sz="3400" dirty="0" err="1">
                <a:sym typeface="Wingdings"/>
              </a:rPr>
              <a:t>LocationController</a:t>
            </a:r>
            <a:endParaRPr lang="ro-RO" sz="3400" dirty="0">
              <a:sym typeface="Wingdings"/>
            </a:endParaRPr>
          </a:p>
          <a:p>
            <a:r>
              <a:rPr lang="en-US" sz="3400" dirty="0"/>
              <a:t>Create documentation for the REST API</a:t>
            </a:r>
            <a:r>
              <a:rPr lang="en-US" sz="3400" dirty="0">
                <a:sym typeface="Wingdings"/>
              </a:rPr>
              <a:t></a:t>
            </a:r>
          </a:p>
          <a:p>
            <a:pPr lvl="1"/>
            <a:r>
              <a:rPr lang="en-US" sz="3400" dirty="0"/>
              <a:t>Swagger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80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Work in progress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451579" y="2104498"/>
            <a:ext cx="9603275" cy="380393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Collaboration with M4 for front-end development;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Locations Controller in Spring;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Users Controller in Spring;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>
                <a:sym typeface="Wingdings"/>
              </a:rPr>
              <a:t>Using Spring Security for sensitive data;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Document the REST API using Swagger;</a:t>
            </a:r>
          </a:p>
        </p:txBody>
      </p:sp>
    </p:spTree>
    <p:extLst>
      <p:ext uri="{BB962C8B-B14F-4D97-AF65-F5344CB8AC3E}">
        <p14:creationId xmlns:p14="http://schemas.microsoft.com/office/powerpoint/2010/main" val="97437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569777" y="422032"/>
            <a:ext cx="11358777" cy="1746796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Motivation for THE current progress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451579" y="2499666"/>
            <a:ext cx="10077213" cy="365300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600" dirty="0"/>
              <a:t>Collaboration with M4 module needs to be maintained to ensure a good design and no bugs;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600" dirty="0"/>
              <a:t>Location/Users controller needs to be developed along the iterations to provide a complex and fully functional application;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7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Domain Model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369" y="1936993"/>
            <a:ext cx="5263693" cy="4035499"/>
          </a:xfrm>
        </p:spPr>
      </p:pic>
    </p:spTree>
    <p:extLst>
      <p:ext uri="{BB962C8B-B14F-4D97-AF65-F5344CB8AC3E}">
        <p14:creationId xmlns:p14="http://schemas.microsoft.com/office/powerpoint/2010/main" val="15460409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326</TotalTime>
  <Words>175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Wingdings</vt:lpstr>
      <vt:lpstr>Gallery</vt:lpstr>
      <vt:lpstr>M3-Microservice</vt:lpstr>
      <vt:lpstr>To do</vt:lpstr>
      <vt:lpstr>PowerPoint Presentation</vt:lpstr>
      <vt:lpstr>Done</vt:lpstr>
      <vt:lpstr>Work in progress</vt:lpstr>
      <vt:lpstr>Motivation for THE current progress</vt:lpstr>
      <vt:lpstr>Domain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M3-Microservice</dc:title>
  <dc:creator>Corneliu Soficu</dc:creator>
  <cp:lastModifiedBy>Corneliu Soficu</cp:lastModifiedBy>
  <cp:revision>21</cp:revision>
  <dcterms:created xsi:type="dcterms:W3CDTF">2017-05-04T12:58:41Z</dcterms:created>
  <dcterms:modified xsi:type="dcterms:W3CDTF">2017-05-05T06:23:39Z</dcterms:modified>
</cp:coreProperties>
</file>